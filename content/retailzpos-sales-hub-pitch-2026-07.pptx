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3108960"/>
            <a:ext cx="5669280" cy="5669280"/>
          </a:xfrm>
          <a:prstGeom prst="ellipse">
            <a:avLst/>
          </a:prstGeom>
          <a:solidFill>
            <a:srgbClr val="D6A42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4335" y="-1737360"/>
            <a:ext cx="3108960" cy="3108960"/>
          </a:xfrm>
          <a:prstGeom prst="ellipse">
            <a:avLst/>
          </a:prstGeom>
          <a:solidFill>
            <a:srgbClr val="D6A42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SALES TEAM · HUBSPOT SALES 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sorting. </a:t>
            </a:r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selling.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HubSpot Sales Hub actually changes about how you work — from the moment a lead lands, to the moment you close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2697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749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02152" y="5074920"/>
            <a:ext cx="22585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507492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25312" y="5074920"/>
            <a:ext cx="22585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07492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TO THE HUBSPOT RECOMMENDATION MEMO ·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TIME GOES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lot of your day isn't actually selling.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5" name="Image 0" descr="/tmp/claude-0/-home-user-Marketing/e0f4683d-305d-523a-b2e8-de1d2aedd5a9/scratchpad/pptx/icon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227356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arrive raw, with no context.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77063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doing detective work before you even make first contact — no idea what campaign brought them in or what they're actually interested 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214884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9" name="Image 1" descr="/tmp/claude-0/-home-user-Marketing/e0f4683d-305d-523a-b2e8-de1d2aedd5a9/scratchpad/pptx/icon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364" y="227356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fall through the cracks.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040880" y="277063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reminder system means a promising deal can go quiet for weeks before anyone notices.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3" name="Image 2" descr="/tmp/claude-0/-home-user-Marketing/e0f4683d-305d-523a-b2e8-de1d2aedd5a9/scratchpad/pptx/icon_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428524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114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see your own pipeline clearly.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478231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deals are actually moving, which are stalling, and which need attention today — that's mostly kept in your head.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416052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7" name="Image 3" descr="/tmp/claude-0/-home-user-Marketing/e0f4683d-305d-523a-b2e8-de1d2aedd5a9/scratchpad/pptx/icon_in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364" y="4285244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4114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every touch eats real time.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040880" y="478231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noting calls and emails in a spreadsheet is time that should be going into the next conversation.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about effort — it's about the tools not doing their share of the work.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SALES HUB · FOR THE SALES TEAM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Tuesday morning, before and after.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shared inbox for new leads, guess which ones are worth calling first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in cold — no idea what campaign or product brought them in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yourself a sticky note to follow up Thursday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Friday: try to reconstruct what happened in each deal for your 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93192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 land in your queue automatically, notified the moment they convert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on the record — source campaign, product line, prior touches — before you dial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reminders live on the deal itself, nothing depends on memory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your manager look at the same pipeline board, any day of the week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SALES HUB · FOR THE SALES TEAM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TOOLKIT, STARTING 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in Sales Hub Starter — no upsell required.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9659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12064" cy="512064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6" name="Image 0" descr="/tmp/claude-0/-home-user-Marketing/e0f4683d-305d-523a-b2e8-de1d2aedd5a9/scratchpad/pptx/icon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614" y="235293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62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Contact Timeline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20954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email, call, and meeting with a lead, in one place — no digging through old threads.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66160" cy="19659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240280"/>
            <a:ext cx="512064" cy="512064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1" name="Image 1" descr="/tmp/claude-0/-home-user-Marketing/e0f4683d-305d-523a-b2e8-de1d2aedd5a9/scratchpad/pptx/icon_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654" y="235293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62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Tracking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320954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moment a prospect opens your email, so your follow-up timing isn't a guess.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566160" cy="19659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240280"/>
            <a:ext cx="512064" cy="512064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6" name="Image 2" descr="/tmp/claude-0/-home-user-Marketing/e0f4683d-305d-523a-b2e8-de1d2aedd5a9/scratchpad/pptx/icon_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694" y="235293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62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Snippets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21040" y="320954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rewriting the same email. Save it once, reuse it in seconds.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66160" cy="19659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434840"/>
            <a:ext cx="512064" cy="512064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21" name="Image 3" descr="/tmp/claude-0/-home-user-Marketing/e0f4683d-305d-523a-b2e8-de1d2aedd5a9/scratchpad/pptx/icon_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4" y="454749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Click-to-Call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40410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straight from the record — 500 minutes a month included, automatically logged.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4160520"/>
            <a:ext cx="3566160" cy="19659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434840"/>
            <a:ext cx="512064" cy="512064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26" name="Image 4" descr="/tmp/claude-0/-home-user-Marketing/e0f4683d-305d-523a-b2e8-de1d2aedd5a9/scratchpad/pptx/icon_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654" y="4547494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Scheduler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540410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link, skip the back-and-forth. They pick a time that works.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566160" cy="19659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434840"/>
            <a:ext cx="512064" cy="512064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31" name="Image 5" descr="/tmp/claude-0/-home-user-Marketing/e0f4683d-305d-523a-b2e8-de1d2aedd5a9/scratchpad/pptx/icon_gri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694" y="4547494"/>
            <a:ext cx="286756" cy="2867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Pipeline Board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21040" y="540410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stages, see every open deal at a glance — yours and the team's.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lives in the HubSpot mobile app too — work a deal from your phone between calls.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SALES HUB · FOR THE SALES TEAM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STRAIGHT ABOUT WHAT'S NOT INCLUDED YET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Phase 1 — and here's why that's fine for now.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512064" cy="512064"/>
          </a:xfrm>
          <a:prstGeom prst="ellipse">
            <a:avLst/>
          </a:prstGeom>
          <a:solidFill>
            <a:srgbClr val="EDEBE6"/>
          </a:solidFill>
          <a:ln/>
        </p:spPr>
      </p:sp>
      <p:pic>
        <p:nvPicPr>
          <p:cNvPr id="6" name="Image 0" descr="/tmp/claude-0/-home-user-Marketing/e0f4683d-305d-523a-b2e8-de1d2aedd5a9/scratchpad/pptx/icon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614" y="249009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multi-touch follow-up campaigns — a Sales Hub Professional feature.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21031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572000" y="2377440"/>
            <a:ext cx="512064" cy="512064"/>
          </a:xfrm>
          <a:prstGeom prst="ellipse">
            <a:avLst/>
          </a:prstGeom>
          <a:solidFill>
            <a:srgbClr val="EDEBE6"/>
          </a:solidFill>
          <a:ln/>
        </p:spPr>
      </p:sp>
      <p:pic>
        <p:nvPicPr>
          <p:cNvPr id="11" name="Image 1" descr="/tmp/claude-0/-home-user-Marketing/e0f4683d-305d-523a-b2e8-de1d2aedd5a9/scratchpad/pptx/icon_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654" y="249009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4015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Pipeline-based revenue forecasting — also gated to Professional.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21031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8321040" y="2377440"/>
            <a:ext cx="512064" cy="512064"/>
          </a:xfrm>
          <a:prstGeom prst="ellipse">
            <a:avLst/>
          </a:prstGeom>
          <a:solidFill>
            <a:srgbClr val="EDEBE6"/>
          </a:solidFill>
          <a:ln/>
        </p:spPr>
      </p:sp>
      <p:pic>
        <p:nvPicPr>
          <p:cNvPr id="16" name="Image 2" descr="/tmp/claude-0/-home-user-Marketing/e0f4683d-305d-523a-b2e8-de1d2aedd5a9/scratchpad/pptx/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694" y="249009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&amp; Reporting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4015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deal-stage automation and custom reporting, available at the higher tier.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709160"/>
            <a:ext cx="11064240" cy="10515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permanent no. Phase 1 exists to prove the mechanism works — if it does, this is exactly the kind of capability that becomes the case for the next upgrade, backed by real numbers instead of a guess.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SALES HUB · FOR THE SALES TEAM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YOUR NUMBER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these points back to the same thing: quota.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301752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2606040" cy="54864"/>
          </a:xfrm>
          <a:prstGeom prst="rect">
            <a:avLst/>
          </a:prstGeom>
          <a:solidFill>
            <a:srgbClr val="D6A42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51460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time actually selling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36118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sorting, logging, and reconstructing what happened — that time goes back into calls.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194560"/>
            <a:ext cx="2606040" cy="54864"/>
          </a:xfrm>
          <a:prstGeom prst="rect">
            <a:avLst/>
          </a:prstGeom>
          <a:solidFill>
            <a:srgbClr val="D6A429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51460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follow-up, warmer conversations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36118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worked minutes after converting is a different conversation than one worked days later.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06040" cy="301752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194560"/>
            <a:ext cx="2606040" cy="54864"/>
          </a:xfrm>
          <a:prstGeom prst="rect">
            <a:avLst/>
          </a:prstGeom>
          <a:solidFill>
            <a:srgbClr val="D6A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251460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first calls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2512" y="36118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in already knowing the source campaign and product interest changes how the call opens.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21945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2194560"/>
            <a:ext cx="2606040" cy="54864"/>
          </a:xfrm>
          <a:prstGeom prst="rect">
            <a:avLst/>
          </a:prstGeom>
          <a:solidFill>
            <a:srgbClr val="D6A429"/>
          </a:solidFill>
          <a:ln/>
        </p:spPr>
      </p:sp>
      <p:sp>
        <p:nvSpPr>
          <p:cNvPr id="18" name="Text 16"/>
          <p:cNvSpPr/>
          <p:nvPr/>
        </p:nvSpPr>
        <p:spPr>
          <a:xfrm>
            <a:off x="9171432" y="251460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deals quietly dying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36118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reminders and pipeline visibility catch a stalling deal before it's a lost one.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have team-specific numbers yet — that's exactly what the pilot is for. These are the mechanisms, not a promise of a specific lift.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SALES HUB · FOR THE SALES TEAM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DAY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what actually changes for you, and when.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74904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walkthrough of the new queue, notifications, and pipeline board — not a full retraining, this reuses what you already know about working a deal.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611880" cy="374904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42316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start flowing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campaign leads route through the new system first. You'll see notifications land the moment a lead qualifies.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611880" cy="374904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42316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 Feedback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566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 will check in on what's actually helping versus what's just noise — this pilot is meant to be shaped by what reps say, not just set and left.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SALES HUB · FOR THE SALES TEAM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931920"/>
            <a:ext cx="5120640" cy="5120640"/>
          </a:xfrm>
          <a:prstGeom prst="ellipse">
            <a:avLst/>
          </a:prstGeom>
          <a:solidFill>
            <a:srgbClr val="D6A42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pilot a real shot. </a:t>
            </a:r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what actually helps.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works if it actually changes how leads reach you and how easy it is to keep a deal moving. Use the queue, use the reminders, and say so early if something's getting in your way instead of helping — that feedback is exactly what decides whether Phase 2 happens.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MARKETING, FOR THE SALES TEAM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0" y="6144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 ·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2026-07-30T16:07:07Z</dcterms:created>
  <dcterms:modified xsi:type="dcterms:W3CDTF">2026-07-30T16:07:07Z</dcterms:modified>
</cp:coreProperties>
</file>